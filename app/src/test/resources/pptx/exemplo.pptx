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Ciclo de Krebs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Acontece na mitocôndria</a:t>
            </a:r>
          </a:p>
          <a:p>
            <a:pPr lvl="1"/>
            <a:r>
              <a:t>Produz NADH e FADH2</a:t>
            </a:r>
          </a:p>
          <a:p>
            <a:pPr lvl="1"/>
            <a:r>
              <a:t>Libera CO2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3048000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914400"/>
            <a:ext cx="27432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5720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Texto na caixa</a:t>
            </a:r>
          </a:p>
        </p:txBody>
      </p:sp>
      <p:sp>
        <p:nvSpPr>
          <p:cNvPr id="5" name="Oval 4"/>
          <p:cNvSpPr/>
          <p:nvPr/>
        </p:nvSpPr>
        <p:spPr>
          <a:xfrm>
            <a:off x="4572000" y="3657600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914400">
                <a:tc>
                  <a:txBody>
                    <a:bodyPr/>
                    <a:lstStyle/>
                    <a:p>
                      <a:r>
                        <a:t>L0C0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L0C2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L1C0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L1C2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L2C0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L2C2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